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9a7be9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9a7be9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42e29cb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42e29c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42e29cb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b42e29cb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42e29cb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42e29cb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42e29cb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42e29cb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42e29cb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b42e29cb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b42e29cb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b42e29cb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" y="15240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22137" r="20306" t="1313"/>
          <a:stretch/>
        </p:blipFill>
        <p:spPr>
          <a:xfrm>
            <a:off x="4575" y="0"/>
            <a:ext cx="9134856" cy="728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Linkedin_4fix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9" y="-389500"/>
            <a:ext cx="9134857" cy="7612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Linkedin5_fix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" y="-413725"/>
            <a:ext cx="9134857" cy="7612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 title="linkedin6_fix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" y="-367125"/>
            <a:ext cx="9134856" cy="752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3" y="366875"/>
            <a:ext cx="9134855" cy="5139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linkedin_7fix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12" y="0"/>
            <a:ext cx="9134855" cy="6357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 title="Linkedin_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01" y="0"/>
            <a:ext cx="9134857" cy="6071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